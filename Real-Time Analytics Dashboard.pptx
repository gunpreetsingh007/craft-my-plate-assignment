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0BF7-A087-492A-9B74-57133250B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5397A-E5EA-48E6-A626-63BDD2FAE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B81F7-812E-444B-A111-FEC5698D4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CF79B-45B0-4187-8C1A-D9A8AB2D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E07EA-53CA-44A4-8D8E-A1B20799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3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D4035-274E-4729-9C19-4E54A24D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8084-8AE8-466F-B499-9570BA6E4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0B778-C217-43E3-B4B4-8DCB5A0A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83712-52F3-4027-871D-ACB51D9F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D509A-60C1-4091-9E15-19D076AC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70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E39D-DEDD-4BB3-A84A-04C6ED88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31C79-2872-4E22-8780-2D8DC08F0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EF4A3-8E0B-4F6E-9D3B-B0DA10CB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283E8-3D5D-4C5A-BE8E-24626CF0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44262-1E37-494E-B0A5-9F525D27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5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09946-8E02-4469-ACD1-6C9C074E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EF1B-4B46-404D-AE6B-2418173C1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C372-5D28-4A56-B252-E78492990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F1CB7-0048-4869-9DA3-3B68AC9C2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70365-6C34-4E04-AEED-BB7947CD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68AF9-ACCE-4A22-A465-7A5763CB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4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7AFC6-BA32-4EA8-BAB5-3953AD5D7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53499-334C-4BB1-BF0F-8B3BAA9B3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392D4-E9BC-434D-BFAA-FCBF1BAE9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6AAB0-E86D-4DF4-8DBC-4EB7EB5D7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8B372-490E-4057-AD6D-B94A59E1F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999D3-B5A1-43A8-9CAD-C79279E6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350A30-7293-4068-A3A9-1C07BE72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029FC-8B82-4432-9C69-EDC014E0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1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04B1-7154-4366-98C3-40701BBA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EE223-37F6-4C19-ACA2-0F86A5F6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9ED16-9028-470A-AC1E-9E428827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47B48-CEFB-47B3-B1B9-D6E562CF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6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90FDC-D88F-429A-862D-CF5ACDF7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2C2C6-272F-4771-A0AB-BD77EF2BF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C1173-595A-4CA8-A012-68E68993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749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681A-0C15-4518-977D-473A7851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07602-EDBA-4FDE-8927-F99DB9032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1D3A7-168C-4782-A82B-FBE1B6E8B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03D08-1353-4F6F-9747-FEB2C3AC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59FBD-D9FF-430C-B1B4-78C40813B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B79B9-EEC5-476E-AF55-B3C7BBA40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5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4A7B-F17A-4AC4-8534-3E337B89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A1CFF7-5870-4A1C-ADE8-87EE20600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5B9B9-EC36-4ECC-A37A-1657DDFCB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9599F-0F99-42A5-A26A-924C4DB3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A032F-F9C7-4C78-AC18-F64B2E8B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A44FE-208C-4334-B5E2-81DBB8F49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02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9869-5EA0-4F51-B07C-51591C5E9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24DD6-D823-4E15-88DE-21623A732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927A2-08C4-41AC-B2FA-792FA935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61BE8-1BB9-46C0-934D-CC016EA6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28B9-CE54-4718-B1A1-4A28312A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89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57739-2065-496A-A6F0-36FA22E0E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42FC2-A84B-48B1-BF7F-7EBE62363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24B4C-045B-45FB-9E4B-E9BD566F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F0CB-A5F4-4BCA-8A21-E5DC7773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D7C96-EE5A-4066-809F-F50E5497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843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CDB16-AAA4-4904-8E2C-D50E3CA7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ADBCB-86B0-466E-9143-DC35F8D32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63312-73A6-43C1-B03F-B0E3A394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9F457-1E66-4588-A0D9-9348D89C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5E9BD-24F7-4BE2-8BA0-8E41C438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222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3B9D-04B2-4A0F-A0F7-0ABB5AFC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C588B-AB52-4F03-8673-F52293AB19E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22FFFC93-037C-4719-8CDE-280551BA1D39}"/>
              </a:ext>
            </a:extLst>
          </p:cNvPr>
          <p:cNvSpPr>
            <a:spLocks noGrp="1"/>
          </p:cNvSpPr>
          <p:nvPr>
            <p:ph type="chart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F5FE6-A4D3-4F60-AEE8-7285D901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812B5-862B-4C0C-BD04-3FDC6028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09F33-BF66-49CE-8D7C-FAF5E9A6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765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A1D48-435C-49F0-A0A8-ABD37066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D455B-D4B6-43B0-8042-5F53F3F70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5242F-96E6-41FB-ABD1-7A8ED95C9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D4F81-9CCA-47E9-8ABD-BAD039116807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6AB1D-8991-4189-9FA3-608A713CD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27F26-C5DF-48C8-ADD6-1C02B3C47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08037-CF54-4D70-B93F-081BCA7E0E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83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7E4CE-7747-4200-B314-248EBE85B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Real-Time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F43B7-2537-4FAA-B07C-A5E2279D36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Architecture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284934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3CD8-EEDF-40FC-8135-652D98E2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9A029-1A82-4B4B-AD43-67C412DE3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92" y="1690688"/>
            <a:ext cx="11040533" cy="448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6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765E-CD66-47F3-AEF4-0B4FDBB2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85155-7583-4388-B660-BB7249FDD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Client loads React application served by </a:t>
            </a:r>
            <a:r>
              <a:rPr lang="en-IN" dirty="0" err="1"/>
              <a:t>Vite</a:t>
            </a:r>
            <a:endParaRPr lang="en-IN" dirty="0"/>
          </a:p>
          <a:p>
            <a:r>
              <a:rPr lang="en-IN" dirty="0"/>
              <a:t>WebSocket connection established to backend</a:t>
            </a:r>
          </a:p>
          <a:p>
            <a:r>
              <a:rPr lang="en-IN" dirty="0"/>
              <a:t>Server accepts connection, sends initial data</a:t>
            </a:r>
          </a:p>
          <a:p>
            <a:r>
              <a:rPr lang="en-IN" dirty="0"/>
              <a:t>Every 2 seconds, server generates new mock data</a:t>
            </a:r>
          </a:p>
          <a:p>
            <a:r>
              <a:rPr lang="en-IN" dirty="0"/>
              <a:t>Server broadcasts data to all connected clients</a:t>
            </a:r>
          </a:p>
          <a:p>
            <a:r>
              <a:rPr lang="en-IN" dirty="0"/>
              <a:t>React components receive data via WebSocket</a:t>
            </a:r>
          </a:p>
          <a:p>
            <a:r>
              <a:rPr lang="en-IN" dirty="0"/>
              <a:t>UI updates in real-time without page refresh</a:t>
            </a:r>
          </a:p>
        </p:txBody>
      </p:sp>
    </p:spTree>
    <p:extLst>
      <p:ext uri="{BB962C8B-B14F-4D97-AF65-F5344CB8AC3E}">
        <p14:creationId xmlns:p14="http://schemas.microsoft.com/office/powerpoint/2010/main" val="3879228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3772-FC56-459A-94C9-850AEB9F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Frontend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634F1-579B-4C20-9158-7A6630D6A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React + TypeScript</a:t>
            </a:r>
          </a:p>
          <a:p>
            <a:r>
              <a:rPr lang="en-IN" dirty="0" err="1"/>
              <a:t>Vite</a:t>
            </a:r>
            <a:r>
              <a:rPr lang="en-IN" dirty="0"/>
              <a:t> for fast development and bundling</a:t>
            </a:r>
          </a:p>
          <a:p>
            <a:r>
              <a:rPr lang="en-IN" dirty="0"/>
              <a:t>Component Structure:</a:t>
            </a:r>
          </a:p>
          <a:p>
            <a:pPr marL="0" indent="0">
              <a:buNone/>
            </a:pPr>
            <a:r>
              <a:rPr lang="en-IN" dirty="0"/>
              <a:t>     - </a:t>
            </a:r>
            <a:r>
              <a:rPr lang="en-IN" dirty="0" err="1"/>
              <a:t>App.tsx</a:t>
            </a:r>
            <a:r>
              <a:rPr lang="en-IN" dirty="0"/>
              <a:t> (Root component)</a:t>
            </a:r>
          </a:p>
          <a:p>
            <a:pPr marL="0" indent="0">
              <a:buNone/>
            </a:pPr>
            <a:r>
              <a:rPr lang="en-IN" dirty="0"/>
              <a:t>     - </a:t>
            </a:r>
            <a:r>
              <a:rPr lang="en-IN" dirty="0" err="1"/>
              <a:t>Dashboard.tsx</a:t>
            </a:r>
            <a:r>
              <a:rPr lang="en-IN" dirty="0"/>
              <a:t> (WebSocket handling, state management)</a:t>
            </a:r>
          </a:p>
          <a:p>
            <a:pPr marL="0" indent="0">
              <a:buNone/>
            </a:pPr>
            <a:r>
              <a:rPr lang="en-IN" dirty="0"/>
              <a:t>     - </a:t>
            </a:r>
            <a:r>
              <a:rPr lang="en-IN" dirty="0" err="1"/>
              <a:t>ActiveUsersCard.tsx</a:t>
            </a:r>
            <a:r>
              <a:rPr lang="en-IN" dirty="0"/>
              <a:t> (Display active users count)</a:t>
            </a:r>
          </a:p>
          <a:p>
            <a:pPr marL="0" indent="0">
              <a:buNone/>
            </a:pPr>
            <a:r>
              <a:rPr lang="en-IN" dirty="0"/>
              <a:t>     - </a:t>
            </a:r>
            <a:r>
              <a:rPr lang="en-IN" dirty="0" err="1"/>
              <a:t>PageViewsChart.tsx</a:t>
            </a:r>
            <a:r>
              <a:rPr lang="en-IN" dirty="0"/>
              <a:t> (Line chart using </a:t>
            </a:r>
            <a:r>
              <a:rPr lang="en-IN" dirty="0" err="1"/>
              <a:t>Recharts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- </a:t>
            </a:r>
            <a:r>
              <a:rPr lang="en-IN" dirty="0" err="1"/>
              <a:t>AvgSessionDurationGauge.tsx</a:t>
            </a:r>
            <a:r>
              <a:rPr lang="en-IN" dirty="0"/>
              <a:t> (Duration display)</a:t>
            </a:r>
          </a:p>
          <a:p>
            <a:r>
              <a:rPr lang="en-IN" dirty="0" err="1"/>
              <a:t>Recharts</a:t>
            </a:r>
            <a:r>
              <a:rPr lang="en-IN" dirty="0"/>
              <a:t> for interactive data visualization</a:t>
            </a:r>
          </a:p>
          <a:p>
            <a:r>
              <a:rPr lang="en-IN" dirty="0"/>
              <a:t>Environment variables for configuration (.env)</a:t>
            </a:r>
          </a:p>
        </p:txBody>
      </p:sp>
    </p:spTree>
    <p:extLst>
      <p:ext uri="{BB962C8B-B14F-4D97-AF65-F5344CB8AC3E}">
        <p14:creationId xmlns:p14="http://schemas.microsoft.com/office/powerpoint/2010/main" val="744580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D6C1-7296-4940-8043-A39D9E7D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Backend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2BF40-0C64-45AA-9AA4-DF523E47D78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1092708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Node.js + Express</a:t>
            </a:r>
          </a:p>
          <a:p>
            <a:r>
              <a:rPr lang="en-IN" dirty="0"/>
              <a:t>TypeScript for type safety</a:t>
            </a:r>
          </a:p>
          <a:p>
            <a:r>
              <a:rPr lang="en-IN" dirty="0"/>
              <a:t>WebSocket Server (</a:t>
            </a:r>
            <a:r>
              <a:rPr lang="en-IN" dirty="0" err="1"/>
              <a:t>ws</a:t>
            </a:r>
            <a:r>
              <a:rPr lang="en-IN" dirty="0"/>
              <a:t> library)</a:t>
            </a:r>
          </a:p>
          <a:p>
            <a:r>
              <a:rPr lang="en-IN" dirty="0"/>
              <a:t>Mock Data Generation:</a:t>
            </a:r>
          </a:p>
          <a:p>
            <a:pPr marL="0" indent="0">
              <a:buNone/>
            </a:pPr>
            <a:r>
              <a:rPr lang="en-IN" dirty="0"/>
              <a:t>       - Random fluctuations with constraints</a:t>
            </a:r>
          </a:p>
          <a:p>
            <a:pPr marL="0" indent="0">
              <a:buNone/>
            </a:pPr>
            <a:r>
              <a:rPr lang="en-IN" dirty="0"/>
              <a:t>       - Simulation of realistic metrics</a:t>
            </a:r>
          </a:p>
          <a:p>
            <a:pPr marL="0" indent="0">
              <a:buNone/>
            </a:pPr>
            <a:r>
              <a:rPr lang="en-IN" dirty="0"/>
              <a:t>       - Periodic updates via </a:t>
            </a:r>
            <a:r>
              <a:rPr lang="en-IN" dirty="0" err="1"/>
              <a:t>setInterval</a:t>
            </a:r>
            <a:endParaRPr lang="en-IN" dirty="0"/>
          </a:p>
          <a:p>
            <a:r>
              <a:rPr lang="en-IN" dirty="0"/>
              <a:t>Deployment behind Nginx reverse proxy</a:t>
            </a:r>
          </a:p>
          <a:p>
            <a:r>
              <a:rPr lang="en-IN" dirty="0"/>
              <a:t>Server endpoints:</a:t>
            </a:r>
          </a:p>
          <a:p>
            <a:pPr marL="0" indent="0">
              <a:buNone/>
            </a:pPr>
            <a:r>
              <a:rPr lang="en-IN" dirty="0"/>
              <a:t>      - HTTP endpoint for health check</a:t>
            </a:r>
          </a:p>
          <a:p>
            <a:pPr marL="0" indent="0">
              <a:buNone/>
            </a:pPr>
            <a:r>
              <a:rPr lang="en-IN" dirty="0"/>
              <a:t>      - WebSocket endpoint for real-time data</a:t>
            </a:r>
          </a:p>
        </p:txBody>
      </p:sp>
    </p:spTree>
    <p:extLst>
      <p:ext uri="{BB962C8B-B14F-4D97-AF65-F5344CB8AC3E}">
        <p14:creationId xmlns:p14="http://schemas.microsoft.com/office/powerpoint/2010/main" val="88487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4168-A6A9-4A59-B5EA-E1A0C42C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Real-Time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DDAA-34B9-4E6A-841C-2C2C0425A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WebSocket protocol for bidirectional communication</a:t>
            </a:r>
          </a:p>
          <a:p>
            <a:r>
              <a:rPr lang="en-IN" dirty="0"/>
              <a:t>Server-side:</a:t>
            </a:r>
          </a:p>
          <a:p>
            <a:pPr marL="0" indent="0">
              <a:buNone/>
            </a:pPr>
            <a:r>
              <a:rPr lang="en-IN" dirty="0"/>
              <a:t>      - Client tracking with </a:t>
            </a:r>
            <a:r>
              <a:rPr lang="en-IN" dirty="0" err="1"/>
              <a:t>wss.clients</a:t>
            </a:r>
            <a:r>
              <a:rPr lang="en-IN" dirty="0"/>
              <a:t> collection</a:t>
            </a:r>
          </a:p>
          <a:p>
            <a:pPr marL="0" indent="0">
              <a:buNone/>
            </a:pPr>
            <a:r>
              <a:rPr lang="en-IN" dirty="0"/>
              <a:t>      - Broadcast mechanism to all connected clients</a:t>
            </a:r>
          </a:p>
          <a:p>
            <a:pPr marL="0" indent="0">
              <a:buNone/>
            </a:pPr>
            <a:r>
              <a:rPr lang="en-IN" dirty="0"/>
              <a:t>      - JSON serialization for data transfer</a:t>
            </a:r>
          </a:p>
          <a:p>
            <a:r>
              <a:rPr lang="en-IN" dirty="0"/>
              <a:t>Client-side:</a:t>
            </a:r>
          </a:p>
          <a:p>
            <a:pPr marL="0" indent="0">
              <a:buNone/>
            </a:pPr>
            <a:r>
              <a:rPr lang="en-IN" dirty="0"/>
              <a:t>      - </a:t>
            </a:r>
            <a:r>
              <a:rPr lang="en-IN" dirty="0" err="1"/>
              <a:t>useRef</a:t>
            </a:r>
            <a:r>
              <a:rPr lang="en-IN" dirty="0"/>
              <a:t> hook to maintain WebSocket connection</a:t>
            </a:r>
          </a:p>
          <a:p>
            <a:pPr marL="0" indent="0">
              <a:buNone/>
            </a:pPr>
            <a:r>
              <a:rPr lang="en-IN" dirty="0"/>
              <a:t>      - </a:t>
            </a:r>
            <a:r>
              <a:rPr lang="en-IN" dirty="0" err="1"/>
              <a:t>useEffect</a:t>
            </a:r>
            <a:r>
              <a:rPr lang="en-IN" dirty="0"/>
              <a:t> for connection lifecycle management</a:t>
            </a:r>
          </a:p>
          <a:p>
            <a:pPr marL="0" indent="0">
              <a:buNone/>
            </a:pPr>
            <a:r>
              <a:rPr lang="en-IN" dirty="0"/>
              <a:t>      - Auto-reconnect on connection loss</a:t>
            </a:r>
          </a:p>
          <a:p>
            <a:pPr marL="0" indent="0">
              <a:buNone/>
            </a:pPr>
            <a:r>
              <a:rPr lang="en-IN" dirty="0"/>
              <a:t>      - </a:t>
            </a:r>
            <a:r>
              <a:rPr lang="en-IN" dirty="0" err="1"/>
              <a:t>useState</a:t>
            </a:r>
            <a:r>
              <a:rPr lang="en-IN" dirty="0"/>
              <a:t> hooks for reactive UI updates</a:t>
            </a:r>
          </a:p>
        </p:txBody>
      </p:sp>
    </p:spTree>
    <p:extLst>
      <p:ext uri="{BB962C8B-B14F-4D97-AF65-F5344CB8AC3E}">
        <p14:creationId xmlns:p14="http://schemas.microsoft.com/office/powerpoint/2010/main" val="38691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FD4AA-8FAF-48AC-A6AF-B5EB99A16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9415A-6406-432C-9091-F6CCC5EA0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Recharts</a:t>
            </a:r>
            <a:r>
              <a:rPr lang="en-IN" dirty="0"/>
              <a:t> library for React-based charts</a:t>
            </a:r>
          </a:p>
          <a:p>
            <a:r>
              <a:rPr lang="en-IN" dirty="0"/>
              <a:t>Visualization components:</a:t>
            </a:r>
          </a:p>
          <a:p>
            <a:pPr marL="0" indent="0">
              <a:buNone/>
            </a:pPr>
            <a:r>
              <a:rPr lang="en-IN" dirty="0"/>
              <a:t>      - Line chart for Page Views over time</a:t>
            </a:r>
          </a:p>
          <a:p>
            <a:pPr marL="0" indent="0">
              <a:buNone/>
            </a:pPr>
            <a:r>
              <a:rPr lang="en-IN" dirty="0"/>
              <a:t>      - Card component for Active Users</a:t>
            </a:r>
          </a:p>
          <a:p>
            <a:pPr marL="0" indent="0">
              <a:buNone/>
            </a:pPr>
            <a:r>
              <a:rPr lang="en-IN" dirty="0"/>
              <a:t>      - Text/gauge display for </a:t>
            </a:r>
            <a:r>
              <a:rPr lang="en-IN" dirty="0" err="1"/>
              <a:t>Avg</a:t>
            </a:r>
            <a:r>
              <a:rPr lang="en-IN" dirty="0"/>
              <a:t> Session Duration</a:t>
            </a:r>
          </a:p>
          <a:p>
            <a:r>
              <a:rPr lang="en-IN" dirty="0"/>
              <a:t>Responsive design for various screen sizes</a:t>
            </a:r>
          </a:p>
          <a:p>
            <a:r>
              <a:rPr lang="en-IN" dirty="0"/>
              <a:t>Data management:</a:t>
            </a:r>
          </a:p>
          <a:p>
            <a:pPr marL="0" indent="0">
              <a:buNone/>
            </a:pPr>
            <a:r>
              <a:rPr lang="en-IN" dirty="0"/>
              <a:t>      - Limited history (30 data points)</a:t>
            </a:r>
          </a:p>
          <a:p>
            <a:pPr marL="0" indent="0">
              <a:buNone/>
            </a:pPr>
            <a:r>
              <a:rPr lang="en-IN" dirty="0"/>
              <a:t>      - Dynamic X-axis with time formatting</a:t>
            </a:r>
          </a:p>
          <a:p>
            <a:pPr marL="0" indent="0">
              <a:buNone/>
            </a:pPr>
            <a:r>
              <a:rPr lang="en-IN" dirty="0"/>
              <a:t>      - Animated transitions between data updates</a:t>
            </a:r>
          </a:p>
        </p:txBody>
      </p:sp>
    </p:spTree>
    <p:extLst>
      <p:ext uri="{BB962C8B-B14F-4D97-AF65-F5344CB8AC3E}">
        <p14:creationId xmlns:p14="http://schemas.microsoft.com/office/powerpoint/2010/main" val="186294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C569-4FDF-4D99-9491-AC5D7B708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&amp;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2B499-9769-4B1D-9FA6-F241236FD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Deployment architecture:</a:t>
            </a:r>
          </a:p>
          <a:p>
            <a:pPr marL="0" indent="0">
              <a:buNone/>
            </a:pPr>
            <a:r>
              <a:rPr lang="en-IN" dirty="0"/>
              <a:t>       - Frontend: Static files served by Nginx</a:t>
            </a:r>
          </a:p>
          <a:p>
            <a:pPr marL="0" indent="0">
              <a:buNone/>
            </a:pPr>
            <a:r>
              <a:rPr lang="en-IN" dirty="0"/>
              <a:t>       - Backend: Node.js process (PM2)</a:t>
            </a:r>
          </a:p>
          <a:p>
            <a:pPr marL="0" indent="0">
              <a:buNone/>
            </a:pPr>
            <a:r>
              <a:rPr lang="en-IN" dirty="0"/>
              <a:t>       - Nginx as reverse proxy (craftmyplate.gunpreet.in/</a:t>
            </a:r>
            <a:r>
              <a:rPr lang="en-IN" dirty="0" err="1"/>
              <a:t>api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- WebSocket proxy configuration</a:t>
            </a:r>
          </a:p>
          <a:p>
            <a:endParaRPr lang="en-IN" dirty="0"/>
          </a:p>
          <a:p>
            <a:r>
              <a:rPr lang="en-IN" dirty="0"/>
              <a:t>Key strengths of the architecture:</a:t>
            </a:r>
          </a:p>
          <a:p>
            <a:pPr marL="0" indent="0">
              <a:buNone/>
            </a:pPr>
            <a:r>
              <a:rPr lang="en-IN" dirty="0"/>
              <a:t>      - Real-time updates without polling</a:t>
            </a:r>
          </a:p>
          <a:p>
            <a:pPr marL="0" indent="0">
              <a:buNone/>
            </a:pPr>
            <a:r>
              <a:rPr lang="en-IN" dirty="0"/>
              <a:t>      - Type safety with TypeScript</a:t>
            </a:r>
          </a:p>
          <a:p>
            <a:pPr marL="0" indent="0">
              <a:buNone/>
            </a:pPr>
            <a:r>
              <a:rPr lang="en-IN" dirty="0"/>
              <a:t>      - Modular component structure</a:t>
            </a:r>
          </a:p>
          <a:p>
            <a:pPr marL="0" indent="0">
              <a:buNone/>
            </a:pPr>
            <a:r>
              <a:rPr lang="en-IN" dirty="0"/>
              <a:t>      - Scalable for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1430615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Real-Time Analytics Dashboard</vt:lpstr>
      <vt:lpstr>System Architecture</vt:lpstr>
      <vt:lpstr>Data Flow</vt:lpstr>
      <vt:lpstr>Frontend Architecture</vt:lpstr>
      <vt:lpstr>Backend Architecture</vt:lpstr>
      <vt:lpstr>Real-Time Implementation</vt:lpstr>
      <vt:lpstr>Data Visualization</vt:lpstr>
      <vt:lpstr>Deployment &amp;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Analytics Dashboard</dc:title>
  <dc:creator>Gunpreet Singh</dc:creator>
  <cp:lastModifiedBy>Gunpreet Singh</cp:lastModifiedBy>
  <cp:revision>2</cp:revision>
  <dcterms:created xsi:type="dcterms:W3CDTF">2025-04-14T12:51:50Z</dcterms:created>
  <dcterms:modified xsi:type="dcterms:W3CDTF">2025-04-14T12:52:30Z</dcterms:modified>
</cp:coreProperties>
</file>